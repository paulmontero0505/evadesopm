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148732e0cd49bb" /><Relationship Type="http://schemas.openxmlformats.org/officeDocument/2006/relationships/extended-properties" Target="/docProps/app.xml" Id="R8d9a53ae620243ed" /><Relationship Type="http://schemas.openxmlformats.org/officeDocument/2006/relationships/officeDocument" Target="/ppt/presentation.xml" Id="Rcc2665dee93249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125ac862884a31"/>
  </p:sldMasterIdLst>
  <p:notesMasterIdLst>
    <p:notesMasterId xmlns:r="http://schemas.openxmlformats.org/officeDocument/2006/relationships" r:id="Rb26fba20beeb4f6e"/>
  </p:notesMasterIdLst>
  <p:sldIdLst>
    <p:sldId xmlns:r="http://schemas.openxmlformats.org/officeDocument/2006/relationships" id="256" r:id="R0695809eafaf4281"/>
    <p:sldId xmlns:r="http://schemas.openxmlformats.org/officeDocument/2006/relationships" id="257" r:id="Reaacecbe346645cd"/>
    <p:sldId xmlns:r="http://schemas.openxmlformats.org/officeDocument/2006/relationships" id="258" r:id="R4d480cceba044968"/>
    <p:sldId xmlns:r="http://schemas.openxmlformats.org/officeDocument/2006/relationships" id="259" r:id="R7b986ca2e52a4f8e"/>
    <p:sldId xmlns:r="http://schemas.openxmlformats.org/officeDocument/2006/relationships" id="260" r:id="Rb3215834279c48e0"/>
    <p:sldId xmlns:r="http://schemas.openxmlformats.org/officeDocument/2006/relationships" id="261" r:id="R470a1ee1ced44464"/>
    <p:sldId xmlns:r="http://schemas.openxmlformats.org/officeDocument/2006/relationships" id="262" r:id="R0f22023f44e34187"/>
    <p:sldId xmlns:r="http://schemas.openxmlformats.org/officeDocument/2006/relationships" id="263" r:id="R845f7386c58a44fa"/>
    <p:sldId xmlns:r="http://schemas.openxmlformats.org/officeDocument/2006/relationships" id="264" r:id="R7475a065e0ad44cc"/>
    <p:sldId xmlns:r="http://schemas.openxmlformats.org/officeDocument/2006/relationships" id="265" r:id="Rdf91ecd1543142e0"/>
    <p:sldId xmlns:r="http://schemas.openxmlformats.org/officeDocument/2006/relationships" id="266" r:id="R63ba822c73b44f73"/>
    <p:sldId xmlns:r="http://schemas.openxmlformats.org/officeDocument/2006/relationships" id="267" r:id="Rd5e8308ecaeb4559"/>
    <p:sldId xmlns:r="http://schemas.openxmlformats.org/officeDocument/2006/relationships" id="268" r:id="Rc21b89d220cb47b7"/>
    <p:sldId xmlns:r="http://schemas.openxmlformats.org/officeDocument/2006/relationships" id="269" r:id="Re74b6673f3444dbe"/>
    <p:sldId xmlns:r="http://schemas.openxmlformats.org/officeDocument/2006/relationships" id="270" r:id="R59d09921e2f14177"/>
    <p:sldId xmlns:r="http://schemas.openxmlformats.org/officeDocument/2006/relationships" id="271" r:id="R3099d243ea2b46fa"/>
    <p:sldId xmlns:r="http://schemas.openxmlformats.org/officeDocument/2006/relationships" id="272" r:id="Rfd462199f9f74b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9e8930c1e148f2" /><Relationship Type="http://schemas.openxmlformats.org/officeDocument/2006/relationships/slideMaster" Target="/ppt/slideMasters/slideMaster1.xml" Id="R6b125ac862884a31" /><Relationship Type="http://schemas.openxmlformats.org/officeDocument/2006/relationships/notesMaster" Target="/ppt/notesMasters/notesMaster1.xml" Id="Rb26fba20beeb4f6e" /><Relationship Type="http://schemas.openxmlformats.org/officeDocument/2006/relationships/presProps" Target="/ppt/presProps.xml" Id="R2062f670985e4309" /><Relationship Type="http://schemas.openxmlformats.org/officeDocument/2006/relationships/tableStyles" Target="/ppt/tableStyles.xml" Id="R29186cd9d1464904" /><Relationship Type="http://schemas.openxmlformats.org/officeDocument/2006/relationships/slide" Target="/ppt/slides/slide1.xml" Id="R0695809eafaf4281" /><Relationship Type="http://schemas.openxmlformats.org/officeDocument/2006/relationships/slide" Target="/ppt/slides/slide2.xml" Id="Reaacecbe346645cd" /><Relationship Type="http://schemas.openxmlformats.org/officeDocument/2006/relationships/slide" Target="/ppt/slides/slide3.xml" Id="R4d480cceba044968" /><Relationship Type="http://schemas.openxmlformats.org/officeDocument/2006/relationships/slide" Target="/ppt/slides/slide4.xml" Id="R7b986ca2e52a4f8e" /><Relationship Type="http://schemas.openxmlformats.org/officeDocument/2006/relationships/slide" Target="/ppt/slides/slide5.xml" Id="Rb3215834279c48e0" /><Relationship Type="http://schemas.openxmlformats.org/officeDocument/2006/relationships/slide" Target="/ppt/slides/slide6.xml" Id="R470a1ee1ced44464" /><Relationship Type="http://schemas.openxmlformats.org/officeDocument/2006/relationships/slide" Target="/ppt/slides/slide7.xml" Id="R0f22023f44e34187" /><Relationship Type="http://schemas.openxmlformats.org/officeDocument/2006/relationships/slide" Target="/ppt/slides/slide8.xml" Id="R845f7386c58a44fa" /><Relationship Type="http://schemas.openxmlformats.org/officeDocument/2006/relationships/slide" Target="/ppt/slides/slide9.xml" Id="R7475a065e0ad44cc" /><Relationship Type="http://schemas.openxmlformats.org/officeDocument/2006/relationships/slide" Target="/ppt/slides/slide10.xml" Id="Rdf91ecd1543142e0" /><Relationship Type="http://schemas.openxmlformats.org/officeDocument/2006/relationships/slide" Target="/ppt/slides/slide11.xml" Id="R63ba822c73b44f73" /><Relationship Type="http://schemas.openxmlformats.org/officeDocument/2006/relationships/slide" Target="/ppt/slides/slide12.xml" Id="Rd5e8308ecaeb4559" /><Relationship Type="http://schemas.openxmlformats.org/officeDocument/2006/relationships/slide" Target="/ppt/slides/slide13.xml" Id="Rc21b89d220cb47b7" /><Relationship Type="http://schemas.openxmlformats.org/officeDocument/2006/relationships/slide" Target="/ppt/slides/slide14.xml" Id="Re74b6673f3444dbe" /><Relationship Type="http://schemas.openxmlformats.org/officeDocument/2006/relationships/slide" Target="/ppt/slides/slide15.xml" Id="R59d09921e2f14177" /><Relationship Type="http://schemas.openxmlformats.org/officeDocument/2006/relationships/slide" Target="/ppt/slides/slide16.xml" Id="R3099d243ea2b46fa" /><Relationship Type="http://schemas.openxmlformats.org/officeDocument/2006/relationships/slide" Target="/ppt/slides/slide17.xml" Id="Rfd462199f9f74b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7116a449a748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5cef71e0ea4d60" /><Relationship Type="http://schemas.openxmlformats.org/officeDocument/2006/relationships/notesMaster" Target="/ppt/notesMasters/notesMaster1.xml" Id="Re86a5b249c2e40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84c47598a44068" /><Relationship Type="http://schemas.openxmlformats.org/officeDocument/2006/relationships/notesMaster" Target="/ppt/notesMasters/notesMaster1.xml" Id="Rda23f43a4fed4a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ebc3590691400e" /><Relationship Type="http://schemas.openxmlformats.org/officeDocument/2006/relationships/notesMaster" Target="/ppt/notesMasters/notesMaster1.xml" Id="R442d62dd0e6f45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866d2cd18d421f" /><Relationship Type="http://schemas.openxmlformats.org/officeDocument/2006/relationships/notesMaster" Target="/ppt/notesMasters/notesMaster1.xml" Id="Rc21aec16743249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0f652799f6461b" /><Relationship Type="http://schemas.openxmlformats.org/officeDocument/2006/relationships/notesMaster" Target="/ppt/notesMasters/notesMaster1.xml" Id="Rce2738f004014e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dffe44ff554cc6" /><Relationship Type="http://schemas.openxmlformats.org/officeDocument/2006/relationships/notesMaster" Target="/ppt/notesMasters/notesMaster1.xml" Id="R5c07b4dd0abd44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0e0a1a24e64d70" /><Relationship Type="http://schemas.openxmlformats.org/officeDocument/2006/relationships/notesMaster" Target="/ppt/notesMasters/notesMaster1.xml" Id="Rad3658cd4b714b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70d813995a477f" /><Relationship Type="http://schemas.openxmlformats.org/officeDocument/2006/relationships/notesMaster" Target="/ppt/notesMasters/notesMaster1.xml" Id="R8d3269cefbb84b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00770fd6204918" /><Relationship Type="http://schemas.openxmlformats.org/officeDocument/2006/relationships/notesMaster" Target="/ppt/notesMasters/notesMaster1.xml" Id="R70a8c515a1b04d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66abc753744127" /><Relationship Type="http://schemas.openxmlformats.org/officeDocument/2006/relationships/notesMaster" Target="/ppt/notesMasters/notesMaster1.xml" Id="R83768014f43d4a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ab51bdc9784028" /><Relationship Type="http://schemas.openxmlformats.org/officeDocument/2006/relationships/notesMaster" Target="/ppt/notesMasters/notesMaster1.xml" Id="R5b767455a32849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2cbdcd52ca4cce" /><Relationship Type="http://schemas.openxmlformats.org/officeDocument/2006/relationships/notesMaster" Target="/ppt/notesMasters/notesMaster1.xml" Id="R29b4707cc70a45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b50d75f3e046b1" /><Relationship Type="http://schemas.openxmlformats.org/officeDocument/2006/relationships/notesMaster" Target="/ppt/notesMasters/notesMaster1.xml" Id="R0fa728a3550641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77465792b24185" /><Relationship Type="http://schemas.openxmlformats.org/officeDocument/2006/relationships/notesMaster" Target="/ppt/notesMasters/notesMaster1.xml" Id="R8d950d481b774e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f7ef3ad63a4f64" /><Relationship Type="http://schemas.openxmlformats.org/officeDocument/2006/relationships/notesMaster" Target="/ppt/notesMasters/notesMaster1.xml" Id="Rf61d7470be414c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684299c9244adb" /><Relationship Type="http://schemas.openxmlformats.org/officeDocument/2006/relationships/notesMaster" Target="/ppt/notesMasters/notesMaster1.xml" Id="R9f09d3c4dd8740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96123c0b8146e9" /><Relationship Type="http://schemas.openxmlformats.org/officeDocument/2006/relationships/notesMaster" Target="/ppt/notesMasters/notesMaster1.xml" Id="Rf3d111e3f3bf45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89691f57642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f530a66b274c3f" /><Relationship Type="http://schemas.openxmlformats.org/officeDocument/2006/relationships/slideLayout" Target="/ppt/slideLayouts/slideLayout1.xml" Id="R6e145d99432746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145d99432746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a1d315d1c4f77" /><Relationship Type="http://schemas.openxmlformats.org/officeDocument/2006/relationships/image" Target="/ppt/media/image.png" Id="R2c815ea66a504a2d" /><Relationship Type="http://schemas.openxmlformats.org/officeDocument/2006/relationships/notesSlide" Target="/ppt/notesSlides/notesSlide1.xml" Id="R897378318d074f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025d928794552" /><Relationship Type="http://schemas.openxmlformats.org/officeDocument/2006/relationships/image" Target="/ppt/media/image2.png" Id="R5880496049fa4e98" /><Relationship Type="http://schemas.openxmlformats.org/officeDocument/2006/relationships/notesSlide" Target="/ppt/notesSlides/notesSlide2.xml" Id="R9be7878ada244b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b986e40044057" /><Relationship Type="http://schemas.openxmlformats.org/officeDocument/2006/relationships/image" Target="/ppt/media/image3.png" Id="R9e17faaebca4461d" /><Relationship Type="http://schemas.openxmlformats.org/officeDocument/2006/relationships/notesSlide" Target="/ppt/notesSlides/notesSlide3.xml" Id="R0fc21807c84545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6c84e516d4af6" /><Relationship Type="http://schemas.openxmlformats.org/officeDocument/2006/relationships/image" Target="/ppt/media/image4.png" Id="R3265e086df2e4236" /><Relationship Type="http://schemas.openxmlformats.org/officeDocument/2006/relationships/notesSlide" Target="/ppt/notesSlides/notesSlide4.xml" Id="R681d426678f84a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1eee1034f49b8" /><Relationship Type="http://schemas.openxmlformats.org/officeDocument/2006/relationships/image" Target="/ppt/media/image5.png" Id="Rca41cff5a4ee4ead" /><Relationship Type="http://schemas.openxmlformats.org/officeDocument/2006/relationships/notesSlide" Target="/ppt/notesSlides/notesSlide5.xml" Id="R856d12b4017a4e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2afb9c6ce489d" /><Relationship Type="http://schemas.openxmlformats.org/officeDocument/2006/relationships/image" Target="/ppt/media/image6.png" Id="Raac30a02d9b94870" /><Relationship Type="http://schemas.openxmlformats.org/officeDocument/2006/relationships/notesSlide" Target="/ppt/notesSlides/notesSlide6.xml" Id="R415b6430619143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42dad8ae2474e" /><Relationship Type="http://schemas.openxmlformats.org/officeDocument/2006/relationships/image" Target="/ppt/media/image7.png" Id="Ra55428ea8041483e" /><Relationship Type="http://schemas.openxmlformats.org/officeDocument/2006/relationships/notesSlide" Target="/ppt/notesSlides/notesSlide7.xml" Id="Rc00cc8ce7bb643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08ccb5c7c48f3" /><Relationship Type="http://schemas.openxmlformats.org/officeDocument/2006/relationships/image" Target="/ppt/media/image8.png" Id="R75648c0e45c84421" /><Relationship Type="http://schemas.openxmlformats.org/officeDocument/2006/relationships/notesSlide" Target="/ppt/notesSlides/notesSlide8.xml" Id="R16b4b3c845f647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81a404b8943cb" /><Relationship Type="http://schemas.openxmlformats.org/officeDocument/2006/relationships/image" Target="/ppt/media/image9.png" Id="R1180100b62204b9c" /><Relationship Type="http://schemas.openxmlformats.org/officeDocument/2006/relationships/notesSlide" Target="/ppt/notesSlides/notesSlide9.xml" Id="R171f7ded41aa46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101230fee42c2" /><Relationship Type="http://schemas.openxmlformats.org/officeDocument/2006/relationships/image" Target="/ppt/media/image10.png" Id="Rf8610fd47a584a76" /><Relationship Type="http://schemas.openxmlformats.org/officeDocument/2006/relationships/notesSlide" Target="/ppt/notesSlides/notesSlide10.xml" Id="R1c60d0ba133045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5e9a82e374f5c" /><Relationship Type="http://schemas.openxmlformats.org/officeDocument/2006/relationships/image" Target="/ppt/media/image11.png" Id="R5ba0b9df0b2347ca" /><Relationship Type="http://schemas.openxmlformats.org/officeDocument/2006/relationships/notesSlide" Target="/ppt/notesSlides/notesSlide11.xml" Id="Rc9f9c9f1fa0a47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f89bc6cc64863" /><Relationship Type="http://schemas.openxmlformats.org/officeDocument/2006/relationships/image" Target="/ppt/media/image12.png" Id="R6efb2a9f5bcf49d2" /><Relationship Type="http://schemas.openxmlformats.org/officeDocument/2006/relationships/notesSlide" Target="/ppt/notesSlides/notesSlide12.xml" Id="Rc6aa4649b74b43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9c187ca884b08" /><Relationship Type="http://schemas.openxmlformats.org/officeDocument/2006/relationships/image" Target="/ppt/media/image13.png" Id="R4e621224d5054d7c" /><Relationship Type="http://schemas.openxmlformats.org/officeDocument/2006/relationships/notesSlide" Target="/ppt/notesSlides/notesSlide13.xml" Id="R0c21ed1f780140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505c203f14b3f" /><Relationship Type="http://schemas.openxmlformats.org/officeDocument/2006/relationships/image" Target="/ppt/media/image14.png" Id="Raf5b09dadde34059" /><Relationship Type="http://schemas.openxmlformats.org/officeDocument/2006/relationships/notesSlide" Target="/ppt/notesSlides/notesSlide14.xml" Id="Ra778cb8cd9024d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f0a8b043f487b" /><Relationship Type="http://schemas.openxmlformats.org/officeDocument/2006/relationships/image" Target="/ppt/media/image15.png" Id="R1308e56879c84367" /><Relationship Type="http://schemas.openxmlformats.org/officeDocument/2006/relationships/notesSlide" Target="/ppt/notesSlides/notesSlide15.xml" Id="R08e6696dc46b40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1d988d52a4a73" /><Relationship Type="http://schemas.openxmlformats.org/officeDocument/2006/relationships/image" Target="/ppt/media/image16.png" Id="R4ff22b1775a04f99" /><Relationship Type="http://schemas.openxmlformats.org/officeDocument/2006/relationships/notesSlide" Target="/ppt/notesSlides/notesSlide16.xml" Id="Rd5c97299851544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84275ec524eb3" /><Relationship Type="http://schemas.openxmlformats.org/officeDocument/2006/relationships/image" Target="/ppt/media/image17.png" Id="R36aa02bfcc804378" /><Relationship Type="http://schemas.openxmlformats.org/officeDocument/2006/relationships/notesSlide" Target="/ppt/notesSlides/notesSlide17.xml" Id="R83b2c3a3eff949c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15ea66a504a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097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0496049fa4e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82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7faaebca446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30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5e086df2e42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1355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1cff5a4ee4e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2250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30a02d9b948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69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428ea804148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7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48c0e45c844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382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0100b62204b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572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10fd47a584a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837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0b9df0b2347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2619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b2a9f5bcf49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2CD35-BB59-4F9C-A560-E8DC0238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935C2-6AA0-419B-A503-C1282F1C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3A7A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63A7A"/>
                </a:solidFill>
                <a:latin typeface="Georgia"/>
                <a:ea typeface="Georgia"/>
                <a:cs typeface="Georgia"/>
              </a:rPr>
              <a:t>El prototipo — ingreso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4DB5C-61F0-4A0E-9A62-33714717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4CF47-A174-4906-A7EB-D9D70918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3A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3A7A"/>
                </a:solidFill>
                <a:latin typeface="Arial"/>
                <a:ea typeface="Arial"/>
                <a:cs typeface="Arial"/>
              </a:rPr>
              <a:t>1  Inicio: formulario, OPM, supervisor y tipo de carga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C8D91-8262-4743-8A4F-B23B7767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19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3A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3A7A"/>
                </a:solidFill>
                <a:latin typeface="Arial"/>
                <a:ea typeface="Arial"/>
                <a:cs typeface="Arial"/>
              </a:rPr>
              <a:t>2  Nuevo turno de OPM, supervisor y tipo de carga</a:t>
            </a:r>
          </a:p>
        </p:txBody>
      </p:sp>
    </p:spTree>
    <p:extLst>
      <p:ext uri="{BB962C8B-B14F-4D97-AF65-F5344CB8AC3E}">
        <p14:creationId xmlns:p14="http://schemas.microsoft.com/office/powerpoint/2010/main" val="13639978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21224d5054d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406AC-47F9-4473-AE56-DD2291F1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BC26E-BBD0-40C1-9ECC-10C6AEB7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3A7A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63A7A"/>
                </a:solidFill>
                <a:latin typeface="Georgia"/>
                <a:ea typeface="Georgia"/>
                <a:cs typeface="Georgia"/>
              </a:rPr>
              <a:t>El prototipo — calificación de actividades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4D019-5653-44A2-BBA3-45ED36B9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8E4BA-FC17-4716-AE95-7F8CE955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81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3A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3A7A"/>
                </a:solidFill>
                <a:latin typeface="Arial"/>
                <a:ea typeface="Arial"/>
                <a:cs typeface="Arial"/>
              </a:rPr>
              <a:t>3  Actividades transversales, en todos los turnos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5F5C6-9F2A-4581-8797-DAC0B84C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81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3A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3A7A"/>
                </a:solidFill>
                <a:latin typeface="Arial"/>
                <a:ea typeface="Arial"/>
                <a:cs typeface="Arial"/>
              </a:rPr>
              <a:t>4  Actividades según el tipo de carga operada</a:t>
            </a:r>
          </a:p>
        </p:txBody>
      </p:sp>
    </p:spTree>
    <p:extLst>
      <p:ext uri="{BB962C8B-B14F-4D97-AF65-F5344CB8AC3E}">
        <p14:creationId xmlns:p14="http://schemas.microsoft.com/office/powerpoint/2010/main" val="8451922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b09dadde340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4457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8e56879c843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0BF1F-D704-41C0-B9A4-308AFE04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00A2B-D149-44B6-AD13-69DFC479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3A7A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63A7A"/>
                </a:solidFill>
                <a:latin typeface="Georgia"/>
                <a:ea typeface="Georgia"/>
                <a:cs typeface="Georgia"/>
              </a:rPr>
              <a:t>El prototipo — promedios y guardado de la ficha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B77E1-676A-494D-9993-E648BE27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DF5E6-7766-4830-B355-C96E302E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3A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3A7A"/>
                </a:solidFill>
                <a:latin typeface="Arial"/>
                <a:ea typeface="Arial"/>
                <a:cs typeface="Arial"/>
              </a:rPr>
              <a:t>5  Promedios por objetivo, calculados en tiempo real — luego se guarda la ficha</a:t>
            </a:r>
          </a:p>
        </p:txBody>
      </p:sp>
    </p:spTree>
    <p:extLst>
      <p:ext uri="{BB962C8B-B14F-4D97-AF65-F5344CB8AC3E}">
        <p14:creationId xmlns:p14="http://schemas.microsoft.com/office/powerpoint/2010/main" val="142286241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22b1775a04f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6BBC2-596E-479F-B0C9-30913437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"/>
            <a:ext cx="1219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CF404-24A5-4F21-9EBF-0A48A997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3A7A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063A7A"/>
                </a:solidFill>
                <a:latin typeface="Georgia"/>
                <a:ea typeface="Georgia"/>
                <a:cs typeface="Georgia"/>
              </a:rPr>
              <a:t>El prototipo — control trimestral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B9C4-C888-4165-868A-253B5A3A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876597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a02bfcc8043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38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2026-07-24T00:08:42.3010000Z</dcterms:created>
  <dcterms:modified xsi:type="dcterms:W3CDTF">2026-07-24T00:08:42.3010000Z</dcterms:modified>
</coreProperties>
</file>